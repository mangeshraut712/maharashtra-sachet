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44B13"/>
                </a:solidFill>
                <a:latin typeface="Calibri"/>
              </a:rPr>
              <a:t>CODEX BUILD HOUSE · PUNE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54563"/>
                </a:solidFill>
                <a:latin typeface="Calibri"/>
              </a:rPr>
              <a:t>Maharashtra Civic Alerts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Independent English/Marathi hub for official Maharashtra public warnings.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Not a government website. Not emergency dispatch. Call 112 in danger.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Empty bulletin is not an all-clear.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Builder: Mangesh Raut  ·  Live: Cloudflare Workers + D1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44B13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54563"/>
                </a:solidFill>
                <a:latin typeface="Calibri"/>
              </a:rPr>
              <a:t>Residents should not guess which feed is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Official sources are scattered across agencies.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An empty map looks safe when a source is stale or disabled.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Place names are ambiguous (Navi Mumbai spans two districts).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Warnings must stay attributed, not rewritten by a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44B13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54563"/>
                </a:solidFill>
                <a:latin typeface="Calibri"/>
              </a:rPr>
              <a:t>A place-aware bulletin that states its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CAP lifecycle: actual, update, cancel, expiry.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District search and aliases: Sawantwadi, Marunji, Navi Mumbai.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Source-health strip before anyone reads “no alerts”.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12 citizen-service directories labelled live vs directory-only.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Labelled local demo fixtures that never enter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A44B13"/>
                </a:solidFill>
                <a:latin typeface="Calibri"/>
              </a:rPr>
              <a:t>LIVE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54563"/>
                </a:solidFill>
                <a:latin typeface="Calibri"/>
              </a:rPr>
              <a:t>Production hub on Cloudflare Workers</a:t>
            </a:r>
          </a:p>
        </p:txBody>
      </p:sp>
      <p:pic>
        <p:nvPicPr>
          <p:cNvPr id="4" name="Picture 3" descr="desktop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7029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58616B"/>
                </a:solidFill>
                <a:latin typeface="Calibri"/>
              </a:rPr>
              <a:t>https://maharashtra-sachet.mangeshraut712.workers.dev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A44B13"/>
                </a:solidFill>
                <a:latin typeface="Calibri"/>
              </a:rPr>
              <a:t>SEARCH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54563"/>
                </a:solidFill>
                <a:latin typeface="Calibri"/>
              </a:rPr>
              <a:t>Places map to districts, not invented village polygons</a:t>
            </a:r>
          </a:p>
        </p:txBody>
      </p:sp>
      <p:pic>
        <p:nvPicPr>
          <p:cNvPr id="4" name="Picture 3" descr="desktop-search-navi-mumb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7029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58616B"/>
                </a:solidFill>
                <a:latin typeface="Calibri"/>
              </a:rPr>
              <a:t>Navi Mumbai returns separate Raigad and Thane candidates.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A44B13"/>
                </a:solidFill>
                <a:latin typeface="Calibri"/>
              </a:rPr>
              <a:t>SOURCE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54563"/>
                </a:solidFill>
                <a:latin typeface="Calibri"/>
              </a:rPr>
              <a:t>Read freshness before sharing an empty bulletin</a:t>
            </a:r>
          </a:p>
        </p:txBody>
      </p:sp>
      <p:pic>
        <p:nvPicPr>
          <p:cNvPr id="4" name="Picture 3" descr="desktop-source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7029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58616B"/>
                </a:solidFill>
                <a:latin typeface="Calibri"/>
              </a:rPr>
              <a:t>CWC and CPCB stay disabled until a reviewed adapter exists.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A44B13"/>
                </a:solidFill>
                <a:latin typeface="Calibri"/>
              </a:rPr>
              <a:t>MARATHI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54563"/>
                </a:solidFill>
                <a:latin typeface="Calibri"/>
              </a:rPr>
              <a:t>Same bulletin, resident language</a:t>
            </a:r>
          </a:p>
        </p:txBody>
      </p:sp>
      <p:pic>
        <p:nvPicPr>
          <p:cNvPr id="4" name="Picture 3" descr="desktop-marat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7029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58616B"/>
                </a:solidFill>
                <a:latin typeface="Calibri"/>
              </a:rPr>
              <a:t>Original warning text is kept. Language fallback is labelled.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44B13"/>
                </a:solidFill>
                <a:latin typeface="Calibr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54563"/>
                </a:solidFill>
                <a:latin typeface="Calibri"/>
              </a:rPr>
              <a:t>What this project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No government affiliation, cell broadcast or 112 dispatch.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No complete village or ward map.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No background Web Push after the tab closes.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No generative rewrite of emergency instructions.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The repository predates the event. Event work: honesty, realtime ingest, place search, labelled demo.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44B13"/>
                </a:solidFill>
                <a:latin typeface="Calibri"/>
              </a:rPr>
              <a:t>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54563"/>
                </a:solidFill>
                <a:latin typeface="Calibri"/>
              </a:rPr>
              <a:t>Review these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Live demo: https://maharashtra-sachet.mangeshraut712.workers.dev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Pitch: https://maharashtra-sachet.mangeshraut712.workers.dev/pitch.html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GitHub: https://github.com/mangeshraut712/maharashtra-sachet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Local labelled demo: npm run demo  →  http://127.0.0.1:8799</a:t>
            </a:r>
          </a:p>
          <a:p>
            <a:pPr/>
            <a:r>
              <a:rPr sz="2000">
                <a:solidFill>
                  <a:srgbClr val="262B31"/>
                </a:solidFill>
                <a:latin typeface="Calibri"/>
              </a:rPr>
              <a:t>Phone: +91 7276819090  ·  Email: mbr63drexel@gmail.com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